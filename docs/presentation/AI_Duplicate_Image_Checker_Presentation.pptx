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Easy Read Online logo screenshot (local file)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Problem framing based on internal workflow observation (no external sources)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prototype screenshot (local file)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Method description based on implemented approach (PyMuPDF + OpenCLIP embeddings)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prototype screenshot (local file)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Summary based on project implementation and repo artefacts (no external sources)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Roadmap based on team feedback captured during development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Content based on internal rollout plan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143000"/>
            <a:ext cx="3840480" cy="21945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AEAEA"/>
            </a:solidFill>
            <a:prstDash val="solid"/>
          </a:ln>
          <a:effectLst>
            <a:outerShdw sx="100000" sy="100000" kx="0" ky="0" algn="bl" rotWithShape="0" blurRad="645160000" dist="322580000" dir="162000000000">
              <a:srgbClr val="000000">
                <a:alpha val="1200000000"/>
              </a:srgbClr>
            </a:outerShdw>
          </a:effectLst>
        </p:spPr>
      </p:sp>
      <p:pic>
        <p:nvPicPr>
          <p:cNvPr id="3" name="Image 0" descr="/mnt/data/Screenshot 2026-01-17 at 00.31.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5667" y="1234440"/>
            <a:ext cx="2740745" cy="20116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54880" y="132588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Duplicate Image Checker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754880" y="205740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 desktop tool for spotting repeated images during amends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754880" y="2788920"/>
            <a:ext cx="201168" cy="201168"/>
          </a:xfrm>
          <a:prstGeom prst="rect">
            <a:avLst/>
          </a:prstGeom>
          <a:solidFill>
            <a:srgbClr val="04979E"/>
          </a:solidFill>
          <a:ln w="12700">
            <a:solidFill>
              <a:srgbClr val="04979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74920" y="2788920"/>
            <a:ext cx="201168" cy="201168"/>
          </a:xfrm>
          <a:prstGeom prst="ellipse">
            <a:avLst/>
          </a:prstGeom>
          <a:solidFill>
            <a:srgbClr val="EA4E1D"/>
          </a:solidFill>
          <a:ln w="12700">
            <a:solidFill>
              <a:srgbClr val="EA4E1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394960" y="2788920"/>
            <a:ext cx="201168" cy="201168"/>
          </a:xfrm>
          <a:prstGeom prst="triangle">
            <a:avLst/>
          </a:prstGeom>
          <a:solidFill>
            <a:srgbClr val="F9A823"/>
          </a:solidFill>
          <a:ln w="12700">
            <a:solidFill>
              <a:srgbClr val="F9A82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54880" y="306324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Presley Dobson • Easy Read Online • January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4979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exists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amends problem: image reuse is hard to track manually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234440"/>
            <a:ext cx="5577840" cy="48463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AEAEA"/>
            </a:solidFill>
            <a:prstDash val="solid"/>
          </a:ln>
          <a:effectLst>
            <a:outerShdw sx="100000" sy="100000" kx="0" ky="0" algn="bl" rotWithShape="0" blurRad="6145149000000" dist="2048383000000" dir="9720000000000000">
              <a:srgbClr val="000000">
                <a:alpha val="800000000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4173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 during amends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874520"/>
            <a:ext cx="493776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image can appear multiple times across a document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Re-use may be intentional (icons) or accidental (wrong context)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scanning is slow in long PDFs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confirm every reuse location before sending updates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92240" y="1234440"/>
            <a:ext cx="4983480" cy="48463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AEAEA"/>
            </a:solidFill>
            <a:prstDash val="solid"/>
          </a:ln>
          <a:effectLst>
            <a:outerShdw sx="100000" sy="100000" kx="0" ky="0" algn="bl" rotWithShape="0" blurRad="78043392300000000" dist="26014464100000000" dir="583200000000000000000">
              <a:srgbClr val="000000">
                <a:alpha val="800000000000000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12280" y="14173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12280" y="1874520"/>
            <a:ext cx="43434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groups (clustered by similarity)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numbers for each group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preview image to verify quickly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by “most duplicated first”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644652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reduce manual checking time and increase confidence during amends.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4979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prototype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UI showing duplicate clusters with page numbers and a preview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234440"/>
            <a:ext cx="7543800" cy="50749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AEAEA"/>
            </a:solidFill>
            <a:prstDash val="solid"/>
          </a:ln>
          <a:effectLst>
            <a:outerShdw sx="100000" sy="100000" kx="0" ky="0" algn="bl" rotWithShape="0" blurRad="645160000" dist="322580000" dir="162000000000">
              <a:srgbClr val="000000">
                <a:alpha val="1000000000"/>
              </a:srgbClr>
            </a:outerShdw>
          </a:effectLst>
        </p:spPr>
      </p:sp>
      <p:pic>
        <p:nvPicPr>
          <p:cNvPr id="6" name="Image 0" descr="/mnt/data/Screenshot 2026-01-16 at 10.47.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452390"/>
            <a:ext cx="7269480" cy="463902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412480" y="1234440"/>
            <a:ext cx="3063240" cy="50749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AEAEA"/>
            </a:solidFill>
            <a:prstDash val="solid"/>
          </a:ln>
          <a:effectLst>
            <a:outerShdw sx="100000" sy="100000" kx="0" ky="0" algn="bl" rotWithShape="0" blurRad="322580000" dist="161290000" dir="162000000000">
              <a:srgbClr val="000000">
                <a:alpha val="60000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686800" y="14173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686800" y="1874520"/>
            <a:ext cx="260604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PDF</a:t>
            </a:r>
            <a:endParaRPr lang="en-US" sz="13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check</a:t>
            </a:r>
            <a:endParaRPr lang="en-US" sz="13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ordered by count</a:t>
            </a:r>
            <a:endParaRPr lang="en-US" sz="13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 row to preview</a:t>
            </a:r>
            <a:endParaRPr lang="en-US" sz="13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between documents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4979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from document → image regions → embeddings → clusters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2011680"/>
            <a:ext cx="2011680" cy="1874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4979E"/>
            </a:solidFill>
            <a:prstDash val="solid"/>
          </a:ln>
          <a:effectLst>
            <a:outerShdw sx="100000" sy="100000" kx="0" ky="0" algn="bl" rotWithShape="0" blurRad="322580000" dist="161290000" dir="162000000000">
              <a:srgbClr val="000000">
                <a:alpha val="6000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1945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578608"/>
            <a:ext cx="1645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(today)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(next)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15768" y="2788920"/>
            <a:ext cx="128016" cy="320040"/>
          </a:xfrm>
          <a:prstGeom prst="rightArrow">
            <a:avLst/>
          </a:prstGeom>
          <a:solidFill>
            <a:srgbClr val="EAEAEA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62072" y="2011680"/>
            <a:ext cx="2011680" cy="1874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9A823"/>
            </a:solidFill>
            <a:prstDash val="solid"/>
          </a:ln>
          <a:effectLst>
            <a:outerShdw sx="100000" sy="100000" kx="0" ky="0" algn="bl" rotWithShape="0" blurRad="322580000" dist="161290000" dir="162000000000">
              <a:srgbClr val="000000">
                <a:alpha val="60000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044952" y="21945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044952" y="2578608"/>
            <a:ext cx="1645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image blocks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regions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92040" y="2788920"/>
            <a:ext cx="128016" cy="320040"/>
          </a:xfrm>
          <a:prstGeom prst="rightArrow">
            <a:avLst/>
          </a:prstGeom>
          <a:solidFill>
            <a:srgbClr val="EAEAEA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38344" y="2011680"/>
            <a:ext cx="2011680" cy="1874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4979E"/>
            </a:solidFill>
            <a:prstDash val="solid"/>
          </a:ln>
          <a:effectLst>
            <a:outerShdw sx="100000" sy="100000" kx="0" ky="0" algn="bl" rotWithShape="0" blurRad="322580000" dist="161290000" dir="162000000000">
              <a:srgbClr val="000000">
                <a:alpha val="60000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221224" y="21945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21224" y="2578608"/>
            <a:ext cx="1645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OpenCLIP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embeddings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068312" y="2788920"/>
            <a:ext cx="128016" cy="320040"/>
          </a:xfrm>
          <a:prstGeom prst="rightArrow">
            <a:avLst/>
          </a:prstGeom>
          <a:solidFill>
            <a:srgbClr val="EAEAEA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14616" y="2011680"/>
            <a:ext cx="2011680" cy="1874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9A823"/>
            </a:solidFill>
            <a:prstDash val="solid"/>
          </a:ln>
          <a:effectLst>
            <a:outerShdw sx="100000" sy="100000" kx="0" ky="0" algn="bl" rotWithShape="0" blurRad="322580000" dist="161290000" dir="162000000000">
              <a:srgbClr val="000000">
                <a:alpha val="60000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97496" y="21945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97496" y="2578608"/>
            <a:ext cx="1645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duplicates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244584" y="2788920"/>
            <a:ext cx="128016" cy="320040"/>
          </a:xfrm>
          <a:prstGeom prst="rightArrow">
            <a:avLst/>
          </a:prstGeom>
          <a:solidFill>
            <a:srgbClr val="EAEAEA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90888" y="2011680"/>
            <a:ext cx="2011680" cy="1874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4979E"/>
            </a:solidFill>
            <a:prstDash val="solid"/>
          </a:ln>
          <a:effectLst>
            <a:outerShdw sx="100000" sy="100000" kx="0" ky="0" algn="bl" rotWithShape="0" blurRad="322580000" dist="161290000" dir="162000000000">
              <a:srgbClr val="000000">
                <a:alpha val="60000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573768" y="21945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573768" y="2578608"/>
            <a:ext cx="1645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results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+ preview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2960" y="45720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part: embeddings make “same image but resized/edited” match more reliably than byte-level hashing.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4979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for writers &amp; editors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to be usable without terminal commands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234440"/>
            <a:ext cx="5394960" cy="50749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4173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use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874520"/>
            <a:ext cx="493776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Export Pages → PDF (or choose PDF directly)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Choose PDF in the app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Run the check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Start at the top (most duplicates)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5) Click each row to preview and verify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6) Reset before the next document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0" y="1234440"/>
            <a:ext cx="5074920" cy="50749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AEAEA"/>
            </a:solidFill>
            <a:prstDash val="solid"/>
          </a:ln>
          <a:effectLst>
            <a:outerShdw sx="100000" sy="100000" kx="0" ky="0" algn="bl" rotWithShape="0" blurRad="322580000" dist="161290000" dir="162000000000">
              <a:srgbClr val="000000">
                <a:alpha val="600000000"/>
              </a:srgbClr>
            </a:outerShdw>
          </a:effectLst>
        </p:spPr>
      </p:sp>
      <p:pic>
        <p:nvPicPr>
          <p:cNvPr id="9" name="Image 0" descr="/mnt/data/Screenshot 2026-01-16 at 10.47.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2240148"/>
            <a:ext cx="4800600" cy="306350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4979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improved already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CLI script → a branded desktop tool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371600"/>
            <a:ext cx="5440680" cy="2377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4979E"/>
            </a:solidFill>
            <a:prstDash val="solid"/>
          </a:ln>
          <a:effectLst>
            <a:outerShdw sx="100000" sy="100000" kx="0" ky="0" algn="bl" rotWithShape="0" blurRad="322580000" dist="161290000" dir="162000000000">
              <a:srgbClr val="000000">
                <a:alpha val="6000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6002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2011680"/>
            <a:ext cx="4937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terminal needed (Automator launcher)</a:t>
            </a:r>
            <a:endParaRPr lang="en-US" sz="13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controls: Choose PDF, Run, Reset</a:t>
            </a:r>
            <a:endParaRPr lang="en-US" sz="13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pane for quick verification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85800" y="3886200"/>
            <a:ext cx="5440680" cy="2377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9A823"/>
            </a:solidFill>
            <a:prstDash val="solid"/>
          </a:ln>
          <a:effectLst>
            <a:outerShdw sx="100000" sy="100000" kx="0" ky="0" algn="bl" rotWithShape="0" blurRad="322580000" dist="161290000" dir="162000000000">
              <a:srgbClr val="000000">
                <a:alpha val="60000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0120" y="41148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quality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4526280"/>
            <a:ext cx="4937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reduce missed matches vs byte hashing</a:t>
            </a:r>
            <a:endParaRPr lang="en-US" sz="13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filters reduce icon/template noise</a:t>
            </a:r>
            <a:endParaRPr lang="en-US" sz="13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ordered by highest duplicate count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46520" y="1371600"/>
            <a:ext cx="5440680" cy="2377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4979E"/>
            </a:solidFill>
            <a:prstDash val="solid"/>
          </a:ln>
          <a:effectLst>
            <a:outerShdw sx="100000" sy="100000" kx="0" ky="0" algn="bl" rotWithShape="0" blurRad="322580000" dist="161290000" dir="162000000000">
              <a:srgbClr val="000000">
                <a:alpha val="60000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720840" y="16002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720840" y="2011680"/>
            <a:ext cx="4937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White, high-contrast UI</a:t>
            </a:r>
            <a:endParaRPr lang="en-US" sz="13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 Me font + brand accents</a:t>
            </a:r>
            <a:endParaRPr lang="en-US" sz="13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Team-friendly table layout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46520" y="3886200"/>
            <a:ext cx="5440680" cy="2377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9A823"/>
            </a:solidFill>
            <a:prstDash val="solid"/>
          </a:ln>
          <a:effectLst>
            <a:outerShdw sx="100000" sy="100000" kx="0" ky="0" algn="bl" rotWithShape="0" blurRad="322580000" dist="161290000" dir="162000000000">
              <a:srgbClr val="000000">
                <a:alpha val="60000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20840" y="41148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720840" y="4526280"/>
            <a:ext cx="4937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Separated core + UI modules</a:t>
            </a:r>
            <a:endParaRPr lang="en-US" sz="13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file for setup</a:t>
            </a:r>
            <a:endParaRPr lang="en-US" sz="13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Devlog for evidence and iteration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4979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improvements based on team feedback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234440"/>
            <a:ext cx="10972800" cy="50749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46304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(next iteration)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874520"/>
            <a:ext cx="10332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bar + Cancel for long documents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PDF onto the app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document support by exporting to PDF automatically (macOS)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“Export CSV / Copy results” for sharing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374904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Longer-term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4160520"/>
            <a:ext cx="10332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controls (Strict / Balanced / Loose)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Ignore-list for known template icons/logos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mode for “flattened” PDFs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 as a standalone .app when storage allows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4979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&amp; rollout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team can start using it and what feedback helps most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234440"/>
            <a:ext cx="1097280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  <a:effectLst>
            <a:outerShdw sx="100000" sy="100000" kx="0" ky="0" algn="bl" rotWithShape="0" blurRad="322580000" dist="161290000" dir="162000000000">
              <a:srgbClr val="000000">
                <a:alpha val="6000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50876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need from the team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965960"/>
            <a:ext cx="10332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on 1–2 documents you’re already amending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me which clusters were useful vs noisy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examples where images are combined with icons/labels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small workflow tweaks (export, copy, filters)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05840" y="3886200"/>
            <a:ext cx="10332720" cy="21488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80160" y="406908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fits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4434840"/>
            <a:ext cx="9784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assistive tool: it speeds up review, but editorial judgement stays with the writer/editor.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5138928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49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Thanks!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Presley Dobson</dc:creator>
  <cp:lastModifiedBy>Presley Dobson</cp:lastModifiedBy>
  <cp:revision>1</cp:revision>
  <dcterms:created xsi:type="dcterms:W3CDTF">2026-01-18T20:52:07Z</dcterms:created>
  <dcterms:modified xsi:type="dcterms:W3CDTF">2026-01-18T20:52:07Z</dcterms:modified>
</cp:coreProperties>
</file>